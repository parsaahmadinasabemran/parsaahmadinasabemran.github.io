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06"/>
  </p:normalViewPr>
  <p:slideViewPr>
    <p:cSldViewPr snapToGrid="0" snapToObjects="1">
      <p:cViewPr varScale="1">
        <p:scale>
          <a:sx n="111" d="100"/>
          <a:sy n="111" d="100"/>
        </p:scale>
        <p:origin x="63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4A5FC-FC9A-074D-8FD8-6CFE9DBCE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8EC1E8-85DF-D446-99C6-97BCA1267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1E029-5466-1344-A77E-EDD9AF2AE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75DF6-16D6-E149-8C21-950E487DF7E3}" type="datetimeFigureOut">
              <a:rPr lang="en-US" smtClean="0"/>
              <a:t>7/6/18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A2EF6-64B9-D34C-A9C6-B3EC5AE71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904F4-4BC2-9F4F-A344-CB8111676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8AEA-6FA1-1144-919F-DAD32231E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138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9CAFD-38BE-814D-B579-7F77AD7E5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A53A0-267D-C54B-B9CB-4959FA0C5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FE260-93F7-C945-8CDA-B84A89CE8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75DF6-16D6-E149-8C21-950E487DF7E3}" type="datetimeFigureOut">
              <a:rPr lang="en-US" smtClean="0"/>
              <a:t>7/6/18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33438-09E4-B048-A2C4-8DC6B74C5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52DCF-7B52-004D-A0A7-D9B5A6CD0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8AEA-6FA1-1144-919F-DAD32231E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516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8B450-2C05-7243-ABDF-BE04B085C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0D3659-D0AE-6943-A14C-713539014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F0C5E-AFBD-3F48-B869-B317E3248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75DF6-16D6-E149-8C21-950E487DF7E3}" type="datetimeFigureOut">
              <a:rPr lang="en-US" smtClean="0"/>
              <a:t>7/6/18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3BFBD-E924-8244-83A3-9F7F1E127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F90B5-BA02-1049-B422-5D1023E4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8AEA-6FA1-1144-919F-DAD32231E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052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EF46F-9D7F-694C-BA96-1FAB65F61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81F8F-9AAF-E844-B0CD-1D4DEA0D0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F34CB6-003B-AC43-A3C7-DEC37AF91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A271-37C0-6846-A732-7776B6C0E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75DF6-16D6-E149-8C21-950E487DF7E3}" type="datetimeFigureOut">
              <a:rPr lang="en-US" smtClean="0"/>
              <a:t>7/6/18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B2A8DC-36A1-7040-85C8-39554E968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5F9C2-91C8-1C4E-BB07-AEA5C052F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8AEA-6FA1-1144-919F-DAD32231E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78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54809-1F16-714E-8832-52F7FF5E8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B2A7D-9171-D74F-8B07-63E259C17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EF3506-FD37-2040-BFBB-3E44C47B9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24DFFA-F205-4942-86F7-64417E72B7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248A25-3FAF-0441-8320-D2A1B08E1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91FF62-A94F-4043-AC50-675467846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75DF6-16D6-E149-8C21-950E487DF7E3}" type="datetimeFigureOut">
              <a:rPr lang="en-US" smtClean="0"/>
              <a:t>7/6/18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8807B5-809D-B441-97D2-7C6BAB3D9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6635E5-E9BD-E646-A969-B33529462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8AEA-6FA1-1144-919F-DAD32231E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911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901F0-DC77-4E47-9985-3248FACCF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DCFDE8-F16B-3748-B15C-3AD8CBEDF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75DF6-16D6-E149-8C21-950E487DF7E3}" type="datetimeFigureOut">
              <a:rPr lang="en-US" smtClean="0"/>
              <a:t>7/6/18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351D57-5D2F-BF47-A04D-2C5E9D6F4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2F8B5-36ED-A744-B7D8-C49F14B2F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8AEA-6FA1-1144-919F-DAD32231E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041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F4A161-F28B-C740-821D-06E024E71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75DF6-16D6-E149-8C21-950E487DF7E3}" type="datetimeFigureOut">
              <a:rPr lang="en-US" smtClean="0"/>
              <a:t>7/6/18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B66E8-AA39-2240-AEE4-06380AE92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CBE4E-40BC-DB45-8010-8EB310CDF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8AEA-6FA1-1144-919F-DAD32231E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58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C4EAC-50B9-5146-9013-1018FB364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9B5B7-2F84-9F44-AD53-93048BBE4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37BC34-D089-0F43-A055-535D07986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6332B-C8DB-C546-9870-6D9C6A7A0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75DF6-16D6-E149-8C21-950E487DF7E3}" type="datetimeFigureOut">
              <a:rPr lang="en-US" smtClean="0"/>
              <a:t>7/6/18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54B47-8129-C646-9873-6E45C10F4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A4E206-829F-0946-BEC0-1650F36DB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8AEA-6FA1-1144-919F-DAD32231E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71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93888-B976-4B4E-B989-EBF28C739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E48CC1-90F0-6F49-87EE-DD1C491CF3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2C2E26-A45D-6C42-901F-63BF4F5664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8B6F7F-ACEC-364E-86F2-DE768C071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75DF6-16D6-E149-8C21-950E487DF7E3}" type="datetimeFigureOut">
              <a:rPr lang="en-US" smtClean="0"/>
              <a:t>7/6/18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C2F03-3DA1-2949-A014-17527E085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4096A2-72F1-E44A-94F6-4CFCB1147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8AEA-6FA1-1144-919F-DAD32231E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72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E5478-1348-6A49-9C5E-E31C4BB00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D1E10-9521-0F4D-B257-ADA1FD5594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67936-A0DF-8746-AC82-7255D7612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75DF6-16D6-E149-8C21-950E487DF7E3}" type="datetimeFigureOut">
              <a:rPr lang="en-US" smtClean="0"/>
              <a:t>7/6/18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0FA1B-6284-6346-ABFE-5D43D2A2C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B4025-00E9-864F-9ECB-FF3E17056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8AEA-6FA1-1144-919F-DAD32231E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53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9FE0E4-57A0-4747-BF9A-8163BDB782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14651-89B3-9540-8B72-E9332623D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75727-EF88-8F41-8FED-C143D6600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75DF6-16D6-E149-8C21-950E487DF7E3}" type="datetimeFigureOut">
              <a:rPr lang="en-US" smtClean="0"/>
              <a:t>7/6/18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E996A-F13F-FE49-A5E3-E00EC0290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3F248-A80A-C546-9871-8235F9A51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8AEA-6FA1-1144-919F-DAD32231E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073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7F0417-941D-7C47-A80F-DE9F0165E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F386B0-ACB4-8747-9461-D43CD3E0A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3DD72-353A-8B49-9B02-C95B3C3DF3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75DF6-16D6-E149-8C21-950E487DF7E3}" type="datetimeFigureOut">
              <a:rPr lang="en-US" smtClean="0"/>
              <a:t>7/6/18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FC3E6-2424-0E49-8753-E026DE004E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F21AF-01EC-5945-89B3-AFB53065F3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B8AEA-6FA1-1144-919F-DAD32231E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498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D836F2-31D8-8846-AABB-2F7FF65E8294}"/>
              </a:ext>
            </a:extLst>
          </p:cNvPr>
          <p:cNvSpPr/>
          <p:nvPr/>
        </p:nvSpPr>
        <p:spPr>
          <a:xfrm>
            <a:off x="173620" y="150471"/>
            <a:ext cx="1412112" cy="4166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A3B114-89AD-B449-AF5A-0970C599E629}"/>
              </a:ext>
            </a:extLst>
          </p:cNvPr>
          <p:cNvSpPr/>
          <p:nvPr/>
        </p:nvSpPr>
        <p:spPr>
          <a:xfrm>
            <a:off x="173620" y="661686"/>
            <a:ext cx="1412112" cy="4166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223076-B959-924E-899D-9E8B23C88205}"/>
              </a:ext>
            </a:extLst>
          </p:cNvPr>
          <p:cNvSpPr/>
          <p:nvPr/>
        </p:nvSpPr>
        <p:spPr>
          <a:xfrm>
            <a:off x="173620" y="1172901"/>
            <a:ext cx="1412112" cy="4166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About 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2D979E-55C2-1641-A07E-25C38D44F6DC}"/>
              </a:ext>
            </a:extLst>
          </p:cNvPr>
          <p:cNvSpPr/>
          <p:nvPr/>
        </p:nvSpPr>
        <p:spPr>
          <a:xfrm>
            <a:off x="173620" y="1684116"/>
            <a:ext cx="1412112" cy="4166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About 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C975FC-B3A5-294D-8261-96E214B2A410}"/>
              </a:ext>
            </a:extLst>
          </p:cNvPr>
          <p:cNvSpPr/>
          <p:nvPr/>
        </p:nvSpPr>
        <p:spPr>
          <a:xfrm>
            <a:off x="173620" y="2195331"/>
            <a:ext cx="1412112" cy="4166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 Airlines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2EF7A0-E799-7D45-ABE7-B15E6DAE4ED7}"/>
              </a:ext>
            </a:extLst>
          </p:cNvPr>
          <p:cNvSpPr/>
          <p:nvPr/>
        </p:nvSpPr>
        <p:spPr>
          <a:xfrm>
            <a:off x="173620" y="2706546"/>
            <a:ext cx="1412112" cy="4166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 Airlines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15D6DA-D0D1-714E-99C2-31D87DCA6AF6}"/>
              </a:ext>
            </a:extLst>
          </p:cNvPr>
          <p:cNvSpPr/>
          <p:nvPr/>
        </p:nvSpPr>
        <p:spPr>
          <a:xfrm>
            <a:off x="173620" y="3217761"/>
            <a:ext cx="1412112" cy="4166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Animals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697CE8-16B8-4649-97E5-A600857B9307}"/>
              </a:ext>
            </a:extLst>
          </p:cNvPr>
          <p:cNvSpPr/>
          <p:nvPr/>
        </p:nvSpPr>
        <p:spPr>
          <a:xfrm>
            <a:off x="173620" y="3728976"/>
            <a:ext cx="1412112" cy="4166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Animals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838507-D8D7-4240-862C-7B8E7CE74F63}"/>
              </a:ext>
            </a:extLst>
          </p:cNvPr>
          <p:cNvSpPr/>
          <p:nvPr/>
        </p:nvSpPr>
        <p:spPr>
          <a:xfrm>
            <a:off x="173620" y="4240191"/>
            <a:ext cx="1412112" cy="4166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44D5BB-2B95-4D46-9161-16EE464B6F88}"/>
              </a:ext>
            </a:extLst>
          </p:cNvPr>
          <p:cNvSpPr/>
          <p:nvPr/>
        </p:nvSpPr>
        <p:spPr>
          <a:xfrm>
            <a:off x="173620" y="4751406"/>
            <a:ext cx="1412112" cy="4166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461820-0C2F-6B49-9715-18D589650451}"/>
              </a:ext>
            </a:extLst>
          </p:cNvPr>
          <p:cNvSpPr/>
          <p:nvPr/>
        </p:nvSpPr>
        <p:spPr>
          <a:xfrm>
            <a:off x="173620" y="5262621"/>
            <a:ext cx="1412112" cy="4166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Games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2CF583-2B29-194F-9A55-3D0E55456870}"/>
              </a:ext>
            </a:extLst>
          </p:cNvPr>
          <p:cNvSpPr/>
          <p:nvPr/>
        </p:nvSpPr>
        <p:spPr>
          <a:xfrm>
            <a:off x="173620" y="5773836"/>
            <a:ext cx="1412112" cy="4166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Games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2B83A4-6485-5B41-A6C0-5202DBDFE029}"/>
              </a:ext>
            </a:extLst>
          </p:cNvPr>
          <p:cNvSpPr/>
          <p:nvPr/>
        </p:nvSpPr>
        <p:spPr>
          <a:xfrm>
            <a:off x="3821574" y="146611"/>
            <a:ext cx="1412112" cy="4166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Body Systems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19B9E5-3C9A-4442-8718-A1B433CA8B31}"/>
              </a:ext>
            </a:extLst>
          </p:cNvPr>
          <p:cNvSpPr/>
          <p:nvPr/>
        </p:nvSpPr>
        <p:spPr>
          <a:xfrm>
            <a:off x="3821574" y="652036"/>
            <a:ext cx="1412112" cy="4166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Body Systems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C5176F-433C-1546-9BC2-FE69BA15F89F}"/>
              </a:ext>
            </a:extLst>
          </p:cNvPr>
          <p:cNvSpPr/>
          <p:nvPr/>
        </p:nvSpPr>
        <p:spPr>
          <a:xfrm>
            <a:off x="3821574" y="1172901"/>
            <a:ext cx="1412112" cy="4166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 States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79D2B7-1102-8F49-BF0A-31444E7D9B91}"/>
              </a:ext>
            </a:extLst>
          </p:cNvPr>
          <p:cNvSpPr/>
          <p:nvPr/>
        </p:nvSpPr>
        <p:spPr>
          <a:xfrm>
            <a:off x="3821574" y="1684116"/>
            <a:ext cx="1412112" cy="4166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 States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B533D3-4AE2-7D44-B2BA-DFE28B136E8B}"/>
              </a:ext>
            </a:extLst>
          </p:cNvPr>
          <p:cNvSpPr/>
          <p:nvPr/>
        </p:nvSpPr>
        <p:spPr>
          <a:xfrm>
            <a:off x="3821574" y="2195331"/>
            <a:ext cx="1412112" cy="4166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Image Gallery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AAA628-5F40-5842-A579-B0DE953BD835}"/>
              </a:ext>
            </a:extLst>
          </p:cNvPr>
          <p:cNvSpPr/>
          <p:nvPr/>
        </p:nvSpPr>
        <p:spPr>
          <a:xfrm>
            <a:off x="3821574" y="2706546"/>
            <a:ext cx="1412112" cy="4166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Image Gallery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199430-58C9-B745-BB33-31A6265CEEF3}"/>
              </a:ext>
            </a:extLst>
          </p:cNvPr>
          <p:cNvSpPr/>
          <p:nvPr/>
        </p:nvSpPr>
        <p:spPr>
          <a:xfrm>
            <a:off x="3821574" y="3217761"/>
            <a:ext cx="1412112" cy="4166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Philadelphia Eagles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5899A6-E899-1248-AF15-99A49AB4668A}"/>
              </a:ext>
            </a:extLst>
          </p:cNvPr>
          <p:cNvSpPr/>
          <p:nvPr/>
        </p:nvSpPr>
        <p:spPr>
          <a:xfrm>
            <a:off x="3821574" y="3728976"/>
            <a:ext cx="1412112" cy="4166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Philadelphia Eagles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0CBCB9-FE7F-3C46-A0D3-E3CEB455CBFB}"/>
              </a:ext>
            </a:extLst>
          </p:cNvPr>
          <p:cNvSpPr/>
          <p:nvPr/>
        </p:nvSpPr>
        <p:spPr>
          <a:xfrm>
            <a:off x="3821574" y="4240191"/>
            <a:ext cx="1412112" cy="4166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City of Philadelphia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AE04A4-907B-4146-BD0B-B13CDE4AF3AD}"/>
              </a:ext>
            </a:extLst>
          </p:cNvPr>
          <p:cNvSpPr/>
          <p:nvPr/>
        </p:nvSpPr>
        <p:spPr>
          <a:xfrm>
            <a:off x="3821574" y="4751406"/>
            <a:ext cx="1412112" cy="4166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City of Philadelphia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C49E45C-A12C-7642-86A5-B820A671C438}"/>
              </a:ext>
            </a:extLst>
          </p:cNvPr>
          <p:cNvSpPr/>
          <p:nvPr/>
        </p:nvSpPr>
        <p:spPr>
          <a:xfrm>
            <a:off x="3821574" y="5262621"/>
            <a:ext cx="1412112" cy="4166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0D78BA-6CD9-194A-8AEE-1279FCB4BEFF}"/>
              </a:ext>
            </a:extLst>
          </p:cNvPr>
          <p:cNvSpPr/>
          <p:nvPr/>
        </p:nvSpPr>
        <p:spPr>
          <a:xfrm>
            <a:off x="3821574" y="5773836"/>
            <a:ext cx="1412112" cy="4166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0F6B30-974B-4B42-8D43-9A4D5C6D8C03}"/>
              </a:ext>
            </a:extLst>
          </p:cNvPr>
          <p:cNvSpPr/>
          <p:nvPr/>
        </p:nvSpPr>
        <p:spPr>
          <a:xfrm>
            <a:off x="7469528" y="146611"/>
            <a:ext cx="1412112" cy="4166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Image Map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6838937-B334-9E44-8276-CC4FF12F0F7E}"/>
              </a:ext>
            </a:extLst>
          </p:cNvPr>
          <p:cNvSpPr/>
          <p:nvPr/>
        </p:nvSpPr>
        <p:spPr>
          <a:xfrm>
            <a:off x="7469528" y="661686"/>
            <a:ext cx="1412112" cy="4166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Image Map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B1C8E5-0DA5-A14C-8947-0760BCAB5915}"/>
              </a:ext>
            </a:extLst>
          </p:cNvPr>
          <p:cNvSpPr/>
          <p:nvPr/>
        </p:nvSpPr>
        <p:spPr>
          <a:xfrm>
            <a:off x="7469528" y="1172901"/>
            <a:ext cx="1412112" cy="4166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Bikes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7A08893-CEF0-B74D-91E8-F9759FA2C87B}"/>
              </a:ext>
            </a:extLst>
          </p:cNvPr>
          <p:cNvSpPr/>
          <p:nvPr/>
        </p:nvSpPr>
        <p:spPr>
          <a:xfrm>
            <a:off x="7469528" y="1684116"/>
            <a:ext cx="1412112" cy="4166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Bikes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C2F39E5-87C0-0744-9104-D3BE2676B34B}"/>
              </a:ext>
            </a:extLst>
          </p:cNvPr>
          <p:cNvSpPr/>
          <p:nvPr/>
        </p:nvSpPr>
        <p:spPr>
          <a:xfrm>
            <a:off x="7469528" y="2195331"/>
            <a:ext cx="1412112" cy="4166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Climate Change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C5E7FB0-B4FF-CD42-A344-C9FD1A06F47E}"/>
              </a:ext>
            </a:extLst>
          </p:cNvPr>
          <p:cNvSpPr/>
          <p:nvPr/>
        </p:nvSpPr>
        <p:spPr>
          <a:xfrm>
            <a:off x="7469528" y="2706546"/>
            <a:ext cx="1412112" cy="4166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Climate Change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2B326BA-7B27-5F42-9107-3158926340DA}"/>
              </a:ext>
            </a:extLst>
          </p:cNvPr>
          <p:cNvSpPr/>
          <p:nvPr/>
        </p:nvSpPr>
        <p:spPr>
          <a:xfrm>
            <a:off x="7469528" y="3217761"/>
            <a:ext cx="1412112" cy="4166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Global Warming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D8D9B88-A5B6-EE4E-AFDB-DBCD29603CD5}"/>
              </a:ext>
            </a:extLst>
          </p:cNvPr>
          <p:cNvSpPr/>
          <p:nvPr/>
        </p:nvSpPr>
        <p:spPr>
          <a:xfrm>
            <a:off x="7469528" y="3728976"/>
            <a:ext cx="1412112" cy="4166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Global Warming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005489-95CC-5646-A781-B0E452DC7F24}"/>
              </a:ext>
            </a:extLst>
          </p:cNvPr>
          <p:cNvSpPr/>
          <p:nvPr/>
        </p:nvSpPr>
        <p:spPr>
          <a:xfrm>
            <a:off x="7469528" y="4240191"/>
            <a:ext cx="1412112" cy="4166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Earth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BA8E6D0-79EB-3B46-BB46-6529B89ED6CD}"/>
              </a:ext>
            </a:extLst>
          </p:cNvPr>
          <p:cNvSpPr/>
          <p:nvPr/>
        </p:nvSpPr>
        <p:spPr>
          <a:xfrm>
            <a:off x="7469528" y="4751406"/>
            <a:ext cx="1412112" cy="4166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Earth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F435E0D-7254-A646-BF2B-A57E7901EC4F}"/>
              </a:ext>
            </a:extLst>
          </p:cNvPr>
          <p:cNvSpPr/>
          <p:nvPr/>
        </p:nvSpPr>
        <p:spPr>
          <a:xfrm>
            <a:off x="7469528" y="5262621"/>
            <a:ext cx="1412112" cy="4166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Universe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4A9274C-68C3-4542-BAD8-2363C6A954EB}"/>
              </a:ext>
            </a:extLst>
          </p:cNvPr>
          <p:cNvSpPr/>
          <p:nvPr/>
        </p:nvSpPr>
        <p:spPr>
          <a:xfrm>
            <a:off x="7469528" y="5773836"/>
            <a:ext cx="1412112" cy="4166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Universe</a:t>
            </a:r>
          </a:p>
        </p:txBody>
      </p:sp>
    </p:spTree>
    <p:extLst>
      <p:ext uri="{BB962C8B-B14F-4D97-AF65-F5344CB8AC3E}">
        <p14:creationId xmlns:p14="http://schemas.microsoft.com/office/powerpoint/2010/main" val="2460759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58</Words>
  <Application>Microsoft Macintosh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Parsa Ahmadi Nasab Emran</dc:creator>
  <cp:lastModifiedBy>Parsa Ahmadi Nasab Emran</cp:lastModifiedBy>
  <cp:revision>3</cp:revision>
  <dcterms:created xsi:type="dcterms:W3CDTF">2018-07-06T18:05:28Z</dcterms:created>
  <dcterms:modified xsi:type="dcterms:W3CDTF">2018-07-06T18:31:13Z</dcterms:modified>
</cp:coreProperties>
</file>